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fc3ba471540b6" /><Relationship Type="http://schemas.openxmlformats.org/officeDocument/2006/relationships/extended-properties" Target="/docProps/app.xml" Id="R0823c13a48b84b93" /><Relationship Type="http://schemas.openxmlformats.org/officeDocument/2006/relationships/officeDocument" Target="/ppt/presentation.xml" Id="Rf44096acce7542af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abf6e855c56457d"/>
  </p:sldMasterIdLst>
  <p:notesMasterIdLst>
    <p:notesMasterId xmlns:r="http://schemas.openxmlformats.org/officeDocument/2006/relationships" r:id="Rbbbe9f846cde4d0c"/>
  </p:notesMasterIdLst>
  <p:sldIdLst>
    <p:sldId xmlns:r="http://schemas.openxmlformats.org/officeDocument/2006/relationships" id="256" r:id="R6b5ff29b1c364e1e"/>
    <p:sldId xmlns:r="http://schemas.openxmlformats.org/officeDocument/2006/relationships" id="257" r:id="Rfcca4ea31f494af4"/>
    <p:sldId xmlns:r="http://schemas.openxmlformats.org/officeDocument/2006/relationships" id="258" r:id="Rafb1b7d3b6824160"/>
    <p:sldId xmlns:r="http://schemas.openxmlformats.org/officeDocument/2006/relationships" id="259" r:id="Rc75be335ea124a7e"/>
    <p:sldId xmlns:r="http://schemas.openxmlformats.org/officeDocument/2006/relationships" id="260" r:id="Rc42ede3af51d4ac0"/>
  </p:sldIdLst>
  <p:sldSz cx="18288000" cy="10287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107b58ff774bc4" /><Relationship Type="http://schemas.openxmlformats.org/officeDocument/2006/relationships/slideMaster" Target="/ppt/slideMasters/slideMaster1.xml" Id="R1abf6e855c56457d" /><Relationship Type="http://schemas.openxmlformats.org/officeDocument/2006/relationships/notesMaster" Target="/ppt/notesMasters/notesMaster1.xml" Id="Rbbbe9f846cde4d0c" /><Relationship Type="http://schemas.openxmlformats.org/officeDocument/2006/relationships/presProps" Target="/ppt/presProps.xml" Id="Rcdd96da1f6364e7c" /><Relationship Type="http://schemas.openxmlformats.org/officeDocument/2006/relationships/viewProps" Target="/ppt/viewProps.xml" Id="Rfa996b9e508c436e" /><Relationship Type="http://schemas.openxmlformats.org/officeDocument/2006/relationships/tableStyles" Target="/ppt/tableStyles.xml" Id="Rcc8548b19c4c4d40" /><Relationship Type="http://schemas.openxmlformats.org/officeDocument/2006/relationships/slide" Target="/ppt/slides/slide1.xml" Id="R6b5ff29b1c364e1e" /><Relationship Type="http://schemas.openxmlformats.org/officeDocument/2006/relationships/slide" Target="/ppt/slides/slide2.xml" Id="Rfcca4ea31f494af4" /><Relationship Type="http://schemas.openxmlformats.org/officeDocument/2006/relationships/slide" Target="/ppt/slides/slide3.xml" Id="Rafb1b7d3b6824160" /><Relationship Type="http://schemas.openxmlformats.org/officeDocument/2006/relationships/slide" Target="/ppt/slides/slide4.xml" Id="Rc75be335ea124a7e" /><Relationship Type="http://schemas.openxmlformats.org/officeDocument/2006/relationships/slide" Target="/ppt/slides/slide5.xml" Id="Rc42ede3af51d4a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594d39e8bd46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6cc1beb324a9f" /><Relationship Type="http://schemas.openxmlformats.org/officeDocument/2006/relationships/notesMaster" Target="/ppt/notesMasters/notesMaster1.xml" Id="R0282a37a336e4a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4cc3c575f1466e" /><Relationship Type="http://schemas.openxmlformats.org/officeDocument/2006/relationships/notesMaster" Target="/ppt/notesMasters/notesMaster1.xml" Id="R310aa60c61f6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d1c6fd166c4264" /><Relationship Type="http://schemas.openxmlformats.org/officeDocument/2006/relationships/notesMaster" Target="/ppt/notesMasters/notesMaster1.xml" Id="R572c35e08ade40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44687f1c524f1d" /><Relationship Type="http://schemas.openxmlformats.org/officeDocument/2006/relationships/notesMaster" Target="/ppt/notesMasters/notesMaster1.xml" Id="Rc8b38b2952a5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3dd37f57ef431c" /><Relationship Type="http://schemas.openxmlformats.org/officeDocument/2006/relationships/notesMaster" Target="/ppt/notesMasters/notesMaster1.xml" Id="Rcf9295b29e9243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43f88acc24a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edae6b40544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ac8a8fb7148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7f8651ca147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c7e73245544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298920e6c418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85ce3f76b43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fca68e0a448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efa8fb08042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69b03f9c341f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c3eb0f31c4de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C455EA-F2DF-49E5-A480-1E0148B116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5C57C57-7108-48AE-8482-E2EBC28C7C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546BDF-8B59-4237-938D-378112080A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FEA10E-00D0-43D3-85B1-9EE5326DF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72DD85-2AD9-49C6-964F-0D6984E4D0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3CD8F5-6E8A-425F-A9FD-02C3B2641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BA0D3C-1AE6-4147-B62C-4299C74F66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8EC7E4-D6E6-4352-B569-7C32DAB912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47F410-EA27-42F9-A091-3CC25BBFDA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E05BA6-390A-4999-86A2-72214F049F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0BF531-D04E-41ED-B4C3-7F164FABA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749E7B-20E4-465D-AEE2-2B49A8B9A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C66B0D-99DE-475A-BF5B-B913C76996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2E7177-FDE9-46ED-804A-C4E79ECAE5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1420E-EBF7-424B-B763-7A9B8C4AFD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6534F1-A979-452C-875D-247D3C061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261581-1020-4847-B24B-719B8D5E48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DAE2FC-63D4-4757-9D5E-72A2DCBBDBE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AA04AC3-6EFF-44B5-B9B0-088BBEF7D3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BF17F7-3ACB-4C78-A644-F245FE654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5A8B4F-169D-4E9B-87B0-85DAB97C7B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70D916-9E3D-408F-86FE-B57CD45F4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D89484-955F-44B0-BE9B-24FF3A3180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F607789-59FC-42B2-AE02-3729FB9B8A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515B9A8-D3BE-41DF-9000-FF4F9415C1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802FA51-41DA-466B-9A51-270B9DC49E2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7238F09-B2D3-45D0-851D-E117036FC6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BBAAACC-5609-479E-9B7B-BA4EDD3B4C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5F689E8-388D-4ACE-ABC7-5B8DDAD55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FEE046-6A5F-4CB5-8203-CF17E8A2B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868AFC3-1FBB-4126-9C7E-8D0A9A6207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6DD5A0A-4553-4491-89A4-60EC6EFC67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5ADC399-6799-4E75-A2A8-536E5A739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6C3BD86-6952-432E-AD7D-1D7045BFDF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07F7F7D-D263-4E38-805B-5E7CFC083E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5B0A035-5FB4-435D-BB33-738E60F2E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941C1F-B167-4509-9A77-F72B962BC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DAD8A7-65B3-4C7C-B26E-CB3A1325CD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0AEB366-F88D-49B7-A636-B3F86721E6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9631EC2-B6B4-4E6D-93E7-C61226AB93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936C33-F96F-4AF5-B4CA-EEA897E43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2EC634-9929-433F-8A2F-20930EAC1C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F6D10-65E5-4671-8B72-ED8073BAD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723242F-B909-4AB7-B144-745444BDA7B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E41341-DDA0-4846-9E2F-CF137539A5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8EB21D-4461-447C-B6A8-858C242B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F63C18-D3E4-45DA-95C9-4F3B03E423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3A7AD8-E5DF-432B-AA68-C1E9A9DDD7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04772D-AE63-4E68-B993-A1D9AFCD1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0E54A9-EBED-46F6-AB73-072F37D125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9D9B1C-297C-4DFE-8DF6-36322E06C5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59BC02B-8E4D-4BA8-B07E-C01255AAA6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0FB45C-95DA-4E78-B88B-33721DF69A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07EE316-2F27-4A90-9CF0-8A42CA593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2E753B-7881-4926-A0BD-B7EC48C6BC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4A438F-0068-4FFE-A8F0-7662DA319F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77849F-079B-41CF-9073-82B7D6A66A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DA3C8-E3F1-4304-B4E0-090E0A47A0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4184b28cd481c" /><Relationship Type="http://schemas.openxmlformats.org/officeDocument/2006/relationships/slideLayout" Target="/ppt/slideLayouts/slideLayout1.xml" Id="R727f49b0377e440e" /><Relationship Type="http://schemas.openxmlformats.org/officeDocument/2006/relationships/slideLayout" Target="/ppt/slideLayouts/slideLayout2.xml" Id="R6c5cfd141c8e4f04" /><Relationship Type="http://schemas.openxmlformats.org/officeDocument/2006/relationships/slideLayout" Target="/ppt/slideLayouts/slideLayout3.xml" Id="R59738f9f235b4d72" /><Relationship Type="http://schemas.openxmlformats.org/officeDocument/2006/relationships/slideLayout" Target="/ppt/slideLayouts/slideLayout4.xml" Id="Reb0da42cb31e48ec" /><Relationship Type="http://schemas.openxmlformats.org/officeDocument/2006/relationships/slideLayout" Target="/ppt/slideLayouts/slideLayout5.xml" Id="R9e51a8df3c7348b3" /><Relationship Type="http://schemas.openxmlformats.org/officeDocument/2006/relationships/slideLayout" Target="/ppt/slideLayouts/slideLayout6.xml" Id="R8b03163b5f544cf2" /><Relationship Type="http://schemas.openxmlformats.org/officeDocument/2006/relationships/slideLayout" Target="/ppt/slideLayouts/slideLayout7.xml" Id="Ra3f7881f9d7047eb" /><Relationship Type="http://schemas.openxmlformats.org/officeDocument/2006/relationships/slideLayout" Target="/ppt/slideLayouts/slideLayout8.xml" Id="R003b6a10ebc049b8" /><Relationship Type="http://schemas.openxmlformats.org/officeDocument/2006/relationships/slideLayout" Target="/ppt/slideLayouts/slideLayout9.xml" Id="Ra502084a9fc64d3d" /><Relationship Type="http://schemas.openxmlformats.org/officeDocument/2006/relationships/slideLayout" Target="/ppt/slideLayouts/slideLayout10.xml" Id="R2bc90c7f951d463c" /><Relationship Type="http://schemas.openxmlformats.org/officeDocument/2006/relationships/slideLayout" Target="/ppt/slideLayouts/slideLayout11.xml" Id="R574535f0784641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EEF4F6A-8DDC-4519-BACA-506FA2AE3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E59996-6039-4762-951A-DF33E9DF73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C110C4-C525-40AC-BC43-E53240D306D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2026-09-30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021863-D0EE-4433-9AEF-CFE0B49B16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A05B46-1A11-44F1-B165-F34A952F16C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7f49b0377e440e"/>
    <p:sldLayoutId xmlns:r="http://schemas.openxmlformats.org/officeDocument/2006/relationships" id="2147483650" r:id="R6c5cfd141c8e4f04"/>
    <p:sldLayoutId xmlns:r="http://schemas.openxmlformats.org/officeDocument/2006/relationships" id="2147483651" r:id="R59738f9f235b4d72"/>
    <p:sldLayoutId xmlns:r="http://schemas.openxmlformats.org/officeDocument/2006/relationships" id="2147483652" r:id="Reb0da42cb31e48ec"/>
    <p:sldLayoutId xmlns:r="http://schemas.openxmlformats.org/officeDocument/2006/relationships" id="2147483653" r:id="R9e51a8df3c7348b3"/>
    <p:sldLayoutId xmlns:r="http://schemas.openxmlformats.org/officeDocument/2006/relationships" id="2147483654" r:id="R8b03163b5f544cf2"/>
    <p:sldLayoutId xmlns:r="http://schemas.openxmlformats.org/officeDocument/2006/relationships" id="2147483655" r:id="Ra3f7881f9d7047eb"/>
    <p:sldLayoutId xmlns:r="http://schemas.openxmlformats.org/officeDocument/2006/relationships" id="2147483656" r:id="R003b6a10ebc049b8"/>
    <p:sldLayoutId xmlns:r="http://schemas.openxmlformats.org/officeDocument/2006/relationships" id="2147483657" r:id="Ra502084a9fc64d3d"/>
    <p:sldLayoutId xmlns:r="http://schemas.openxmlformats.org/officeDocument/2006/relationships" id="2147483658" r:id="R2bc90c7f951d463c"/>
    <p:sldLayoutId xmlns:r="http://schemas.openxmlformats.org/officeDocument/2006/relationships" id="2147483659" r:id="R574535f07846412c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fd29c1bb6440e0" /><Relationship Type="http://schemas.openxmlformats.org/officeDocument/2006/relationships/image" Target="/ppt/media/image.png" Id="R4cc3c55b8e02486b" /><Relationship Type="http://schemas.openxmlformats.org/officeDocument/2006/relationships/image" Target="/ppt/media/image.svg" Id="Rc178d677bd6c48b8" /><Relationship Type="http://schemas.openxmlformats.org/officeDocument/2006/relationships/notesSlide" Target="/ppt/notesSlides/notesSlide1.xml" Id="R8f4bd5d13d5f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f931e4b83f42bc" /><Relationship Type="http://schemas.openxmlformats.org/officeDocument/2006/relationships/image" Target="/ppt/media/image2.png" Id="R6135b78432b64543" /><Relationship Type="http://schemas.openxmlformats.org/officeDocument/2006/relationships/image" Target="/ppt/media/image2.svg" Id="R74e164d816914d25" /><Relationship Type="http://schemas.openxmlformats.org/officeDocument/2006/relationships/image" Target="/ppt/media/image3.png" Id="R30c620fd56704d19" /><Relationship Type="http://schemas.openxmlformats.org/officeDocument/2006/relationships/notesSlide" Target="/ppt/notesSlides/notesSlide2.xml" Id="R014ec06a8789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595df458a545d7" /><Relationship Type="http://schemas.openxmlformats.org/officeDocument/2006/relationships/image" Target="/ppt/media/image2.png" Id="R355e45d038ae4ea4" /><Relationship Type="http://schemas.openxmlformats.org/officeDocument/2006/relationships/image" Target="/ppt/media/image2.svg" Id="Rff22655853204b9d" /><Relationship Type="http://schemas.openxmlformats.org/officeDocument/2006/relationships/image" Target="/ppt/media/image4.png" Id="Reeca0c5811c248b6" /><Relationship Type="http://schemas.openxmlformats.org/officeDocument/2006/relationships/notesSlide" Target="/ppt/notesSlides/notesSlide3.xml" Id="R34b1bb90547548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fba802475d4541" /><Relationship Type="http://schemas.openxmlformats.org/officeDocument/2006/relationships/image" Target="/ppt/media/image2.png" Id="Rb1aa5dca79c04b28" /><Relationship Type="http://schemas.openxmlformats.org/officeDocument/2006/relationships/image" Target="/ppt/media/image2.svg" Id="R75145a7f8c0345ad" /><Relationship Type="http://schemas.openxmlformats.org/officeDocument/2006/relationships/notesSlide" Target="/ppt/notesSlides/notesSlide4.xml" Id="R420762447ebb4c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736fdb0e7d4034" /><Relationship Type="http://schemas.openxmlformats.org/officeDocument/2006/relationships/image" Target="/ppt/media/image2.png" Id="R5990335e085c4c88" /><Relationship Type="http://schemas.openxmlformats.org/officeDocument/2006/relationships/image" Target="/ppt/media/image2.svg" Id="Rdfbfd4e2e90d41b5" /><Relationship Type="http://schemas.openxmlformats.org/officeDocument/2006/relationships/hyperlink" Target="https://huggingface.co/spaces/psy0635/fashion-image-check" TargetMode="External" Id="Rd55bcfcd3d644b1e" /><Relationship Type="http://schemas.openxmlformats.org/officeDocument/2006/relationships/hyperlink" Target="https://huggingface.co/spaces/psy0635/fashion-image-check" TargetMode="External" Id="Rb498f6bf462c494c" /><Relationship Type="http://schemas.openxmlformats.org/officeDocument/2006/relationships/notesSlide" Target="/ppt/notesSlides/notesSlide5.xml" Id="Rb7195602b5f6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CEB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3c55b8e02486b">
            <a:extLst>
              <a:ext uri="{96DAC541-7B7A-43D3-8B79-37D633B846F1}">
                <asvg:svgBlip xmlns:asvg="http://schemas.microsoft.com/office/drawing/2016/SVG/main" r:embed="Rc178d677bd6c48b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900" y="469900"/>
            <a:ext cx="17360900" cy="93599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61213" dist="359752" dir="2700000">
              <a:srgbClr val="3E372E">
                <a:alpha val="43000"/>
              </a:srgbClr>
            </a:outerShdw>
          </a:effectLst>
        </p:spPr>
      </p:pic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B0FCD3FA-D35D-43A7-8295-9880C04A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1504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rPr>
              <a:t>인공지능 플랫폼실습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CCE85BBC-5BFD-4991-99F6-217E2768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86125"/>
            <a:ext cx="1524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10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1110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rPr>
              <a:t>웨어체크</a:t>
            </a:r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F3090683-5045-4D8F-9E02-D82B0D1D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상품 사진과 등록 카테고리 비교</a:t>
            </a:r>
          </a:p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676E2625-2471-4664-B20C-FB4DE022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58125"/>
            <a:ext cx="1381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박수용</a:t>
            </a:r>
          </a:p>
        </p:txBody>
      </p:sp>
    </p:spTree>
    <p:extLst>
      <p:ext uri="{BB962C8B-B14F-4D97-AF65-F5344CB8AC3E}">
        <p14:creationId xmlns:p14="http://schemas.microsoft.com/office/powerpoint/2010/main" val="446855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CEB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5b78432b64543">
            <a:extLst>
              <a:ext uri="{96DAC541-7B7A-43D3-8B79-37D633B846F1}">
                <asvg:svgBlip xmlns:asvg="http://schemas.microsoft.com/office/drawing/2016/SVG/main" r:embed="R74e164d816914d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900" y="431800"/>
            <a:ext cx="17360900" cy="93599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61213" dist="359752" dir="2700000">
              <a:srgbClr val="3E372E">
                <a:alpha val="43000"/>
              </a:srgbClr>
            </a:outerShdw>
          </a:effectLst>
        </p:spPr>
      </p:pic>
      <p:pic>
        <p:nvPicPr>
          <p:cNvPr id="61" name="그림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620fd56704d19"/>
          <a:stretch xmlns:a="http://schemas.openxmlformats.org/drawingml/2006/main"/>
        </p:blipFill>
        <p:spPr>
          <a:xfrm xmlns:a="http://schemas.openxmlformats.org/drawingml/2006/main">
            <a:off x="11068785" y="2428875"/>
            <a:ext cx="4865805" cy="6572250"/>
          </a:xfrm>
          <a:prstGeom xmlns:a="http://schemas.openxmlformats.org/drawingml/2006/main" prst="rect">
            <a:avLst/>
          </a:prstGeom>
        </p:spPr>
      </p:pic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E5115D4-9A7F-4302-9ED7-EBABD14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238250"/>
            <a:ext cx="1571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제작 목적과 사용 방법</a:t>
            </a:r>
          </a:p>
        </p:txBody>
      </p:sp>
      <p:graphicFrame>
        <p:nvGraphicFramePr>
          <p:cNvPr id="63" name="표 60"/>
          <p:cNvGraphicFramePr/>
          <p:nvPr/>
        </p:nvGraphicFramePr>
        <p:xfrm>
          <a:off xmlns:a="http://schemas.openxmlformats.org/drawingml/2006/main" x="1285875" y="2762250"/>
          <a:ext xmlns:a="http://schemas.openxmlformats.org/drawingml/2006/main" cx="8334375" cy="604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6477000"/>
              </a:tblGrid>
              <a:tr h="762000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</a:tr>
              <a:tr h="17621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제작 목적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사진과 등록 카테고리가</a:t>
                      </a:r>
                    </a:p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항목을 확인합니다.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  <a:tr h="17621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사진과 등록 카테고리</a:t>
                      </a:r>
                    </a:p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상의·하의·신발 중 선택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  <a:tr h="17621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일치·불일치·판단 보류</a:t>
                      </a:r>
                    </a:p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후보별 점수와 판정 근거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10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CEB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e45d038ae4ea4">
            <a:extLst>
              <a:ext uri="{96DAC541-7B7A-43D3-8B79-37D633B846F1}">
                <asvg:svgBlip xmlns:asvg="http://schemas.microsoft.com/office/drawing/2016/SVG/main" r:embed="Rff22655853204b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900" y="431800"/>
            <a:ext cx="17360900" cy="93599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61213" dist="359752" dir="2700000">
              <a:srgbClr val="3E372E">
                <a:alpha val="43000"/>
              </a:srgbClr>
            </a:outerShdw>
          </a:effectLst>
        </p:spPr>
      </p:pic>
      <p:pic>
        <p:nvPicPr>
          <p:cNvPr id="76" name="그림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a0c5811c248b6"/>
          <a:srcRect xmlns:a="http://schemas.openxmlformats.org/drawingml/2006/main" l="0" t="0" r="0" b="40000"/>
          <a:stretch xmlns:a="http://schemas.openxmlformats.org/drawingml/2006/main"/>
        </p:blipFill>
        <p:spPr>
          <a:xfrm xmlns:a="http://schemas.openxmlformats.org/drawingml/2006/main">
            <a:off x="1238250" y="2619375"/>
            <a:ext cx="7524750" cy="5953125"/>
          </a:xfrm>
          <a:prstGeom xmlns:a="http://schemas.openxmlformats.org/drawingml/2006/main" prst="rect">
            <a:avLst/>
          </a:prstGeom>
        </p:spPr>
      </p:pic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8CD9AF7-FDBC-4DAA-982C-9B9F17AF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90625"/>
            <a:ext cx="1571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분석 결과와 판정 기준</a:t>
            </a:r>
          </a:p>
        </p:txBody>
      </p:sp>
      <p:graphicFrame>
        <p:nvGraphicFramePr>
          <p:cNvPr id="78" name="표 73"/>
          <p:cNvGraphicFramePr/>
          <p:nvPr/>
        </p:nvGraphicFramePr>
        <p:xfrm>
          <a:off xmlns:a="http://schemas.openxmlformats.org/drawingml/2006/main" x="9239250" y="2714625"/>
          <a:ext xmlns:a="http://schemas.openxmlformats.org/drawingml/2006/main" cx="7762875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714625"/>
                <a:gridCol w="2714625"/>
              </a:tblGrid>
              <a:tr h="8096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결과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기준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</a:tr>
              <a:tr h="1666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 점수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94.71%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65% 이상</a:t>
                      </a:r>
                    </a:p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충족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  <a:tr h="1666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1·2위 차이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90.15%p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15%p 이상</a:t>
                      </a:r>
                    </a:p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충족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표 74"/>
          <p:cNvGraphicFramePr/>
          <p:nvPr/>
        </p:nvGraphicFramePr>
        <p:xfrm>
          <a:off xmlns:a="http://schemas.openxmlformats.org/drawingml/2006/main" x="9239250" y="7096125"/>
          <a:ext xmlns:a="http://schemas.openxmlformats.org/drawingml/2006/main" cx="7762876" cy="14401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81438"/>
                <a:gridCol w="3881438"/>
              </a:tblGrid>
              <a:tr h="57150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카테고리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추천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상의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상의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7FA0F55E-57DA-4934-9548-E924FDC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715375"/>
            <a:ext cx="1562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두 기준을 충족하면 등록값과 비교하고, 하나라도 미달하면 판단을 보류합니다.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692E083-E433-4AAF-BBB7-9EF801FD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334500"/>
            <a:ext cx="1562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5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점수는 정확도나 정답 확률이 아닙니다. 65%와 15%p는 시연용으로 정한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1261267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CEB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a5dca79c04b28">
            <a:extLst>
              <a:ext uri="{96DAC541-7B7A-43D3-8B79-37D633B846F1}">
                <asvg:svgBlip xmlns:asvg="http://schemas.microsoft.com/office/drawing/2016/SVG/main" r:embed="R75145a7f8c0345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900" y="431800"/>
            <a:ext cx="17360900" cy="93599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61213" dist="359752" dir="2700000">
              <a:srgbClr val="3E372E">
                <a:alpha val="43000"/>
              </a:srgbClr>
            </a:outerShdw>
          </a:effectLst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6D93F6-DE9E-4C15-A7B4-60067FAF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43000"/>
            <a:ext cx="1571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사용 모델과 개발 과정</a:t>
            </a:r>
          </a:p>
        </p:txBody>
      </p:sp>
      <p:graphicFrame>
        <p:nvGraphicFramePr>
          <p:cNvPr id="66" name=""/>
          <p:cNvGraphicFramePr/>
          <p:nvPr/>
        </p:nvGraphicFramePr>
        <p:xfrm>
          <a:off xmlns:a="http://schemas.openxmlformats.org/drawingml/2006/main" x="1285875" y="2381250"/>
          <a:ext xmlns:a="http://schemas.openxmlformats.org/drawingml/2006/main" cx="15716250" cy="700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1271587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모델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Xenova/clip-vit-base-patch32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이유와</a:t>
                      </a:r>
                    </a:p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방식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학습 없이 분류 후보를 지정할 수 있어 선택하였습니다.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사진과 후보 설명을 비교하고, 브라우저에서 실행합니다.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도구: Transformers.js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  <a:tr h="1238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막힌 점과</a:t>
                      </a:r>
                    </a:p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 방법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결과만 보면 판정 이유를 알기 어려웠습니다.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 점수와 후보 간 차이, 기준 충족 여부를 추가하였습니다.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  <a:tr h="1619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 3가지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상의·하의·신발 세 카테고리만 비교합니다.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여러 상품이나 복잡한 배경에서는 잘못 분류할 수 있습니다.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실제 상품 데이터로 판정 기준을 검증하지 않았습니다.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서비스에</a:t>
                      </a:r>
                    </a:p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것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상품 데이터로 성능과 판정 기준 검증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사진 일괄 처리, 검수 이력 저장, 사용자 최종 확인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523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CEB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0335e085c4c88">
            <a:extLst>
              <a:ext uri="{96DAC541-7B7A-43D3-8B79-37D633B846F1}">
                <asvg:svgBlip xmlns:asvg="http://schemas.microsoft.com/office/drawing/2016/SVG/main" r:embed="Rdfbfd4e2e90d41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900" y="431800"/>
            <a:ext cx="17360900" cy="93599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61213" dist="359752" dir="2700000">
              <a:srgbClr val="3E372E">
                <a:alpha val="43000"/>
              </a:srgbClr>
            </a:outerShdw>
          </a:effectLst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D4146A0B-7586-45A5-85D5-CF7347C3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524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3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93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3D69A7C7-B28A-4D82-97F8-A98E6F16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1428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박수용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BFF40F4-1FF6-435D-8FD0-AB820B12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9625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d55bcfcd3d644b1e"/>
              </a:rPr>
              <a:t>데모 실행하기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6EC6BA8F-0755-49BC-B285-8C93B38B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858250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46952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b498f6bf462c494c"/>
              </a:rPr>
              <a:t>https://huggingface.co/spaces/psy0635/fashion-image-check</a:t>
            </a:r>
          </a:p>
        </p:txBody>
      </p:sp>
    </p:spTree>
    <p:extLst>
      <p:ext uri="{BB962C8B-B14F-4D97-AF65-F5344CB8AC3E}">
        <p14:creationId xmlns:p14="http://schemas.microsoft.com/office/powerpoint/2010/main" val="2236333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2026-09-30T06:22:52.9500000Z</dcterms:created>
  <dcterms:modified xsi:type="dcterms:W3CDTF">2026-09-30T06:22:52.9500000Z</dcterms:modified>
</coreProperties>
</file>